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1952288"/>
  <p:notesSz cx="6858000" cy="9144000"/>
  <p:custDataLst>
    <p:tags r:id="rId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876E3C-ED4A-4828-96D2-9ABD81AE7755}" v="4" dt="2025-11-26T11:19:08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56081"/>
            <a:ext cx="5829300" cy="41611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277719"/>
            <a:ext cx="5143500" cy="28857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8EDB-87FE-4833-8839-7FE0F86306C7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40DA4-1E55-4479-8C9D-1ADAA24F61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104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8EDB-87FE-4833-8839-7FE0F86306C7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40DA4-1E55-4479-8C9D-1ADAA24F61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934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979775"/>
            <a:ext cx="5915025" cy="497181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7998630"/>
            <a:ext cx="5915025" cy="261456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8EDB-87FE-4833-8839-7FE0F86306C7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40DA4-1E55-4479-8C9D-1ADAA24F61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2370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181743"/>
            <a:ext cx="2914650" cy="75836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181743"/>
            <a:ext cx="2914650" cy="75836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8EDB-87FE-4833-8839-7FE0F86306C7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40DA4-1E55-4479-8C9D-1ADAA24F61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856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36351"/>
            <a:ext cx="5915025" cy="23102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29971"/>
            <a:ext cx="2901255" cy="1435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365905"/>
            <a:ext cx="2901255" cy="64215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29971"/>
            <a:ext cx="2915543" cy="1435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365905"/>
            <a:ext cx="2915543" cy="64215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8EDB-87FE-4833-8839-7FE0F86306C7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40DA4-1E55-4479-8C9D-1ADAA24F61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44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8EDB-87FE-4833-8839-7FE0F86306C7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40DA4-1E55-4479-8C9D-1ADAA24F61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32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8EDB-87FE-4833-8839-7FE0F86306C7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40DA4-1E55-4479-8C9D-1ADAA24F61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058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796819"/>
            <a:ext cx="2211884" cy="278886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20911"/>
            <a:ext cx="3471863" cy="849387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585686"/>
            <a:ext cx="2211884" cy="664292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8EDB-87FE-4833-8839-7FE0F86306C7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40DA4-1E55-4479-8C9D-1ADAA24F61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616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796819"/>
            <a:ext cx="2211884" cy="278886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20911"/>
            <a:ext cx="3471863" cy="849387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585686"/>
            <a:ext cx="2211884" cy="664292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8EDB-87FE-4833-8839-7FE0F86306C7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40DA4-1E55-4479-8C9D-1ADAA24F61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440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8EDB-87FE-4833-8839-7FE0F86306C7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40DA4-1E55-4479-8C9D-1ADAA24F61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45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36348"/>
            <a:ext cx="1478756" cy="10129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36348"/>
            <a:ext cx="4350544" cy="10129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8EDB-87FE-4833-8839-7FE0F86306C7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40DA4-1E55-4479-8C9D-1ADAA24F61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236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36351"/>
            <a:ext cx="5915025" cy="2310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181743"/>
            <a:ext cx="5915025" cy="7583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078003"/>
            <a:ext cx="1543050" cy="6363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E8EDB-87FE-4833-8839-7FE0F86306C7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078003"/>
            <a:ext cx="2314575" cy="6363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078003"/>
            <a:ext cx="1543050" cy="6363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40DA4-1E55-4479-8C9D-1ADAA24F61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76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0DBDC7C-FF8A-0979-675C-1EB5EF2AA5A5}"/>
              </a:ext>
            </a:extLst>
          </p:cNvPr>
          <p:cNvCxnSpPr>
            <a:cxnSpLocks/>
          </p:cNvCxnSpPr>
          <p:nvPr/>
        </p:nvCxnSpPr>
        <p:spPr>
          <a:xfrm flipH="1">
            <a:off x="1701289" y="1086748"/>
            <a:ext cx="3111" cy="255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5437D957-E627-3D52-BBB8-77A01311E428}"/>
              </a:ext>
            </a:extLst>
          </p:cNvPr>
          <p:cNvSpPr/>
          <p:nvPr/>
        </p:nvSpPr>
        <p:spPr>
          <a:xfrm>
            <a:off x="1201821" y="1341784"/>
            <a:ext cx="992713" cy="398106"/>
          </a:xfrm>
          <a:prstGeom prst="flowChartProcess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Read IR sensors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B86DA7-37A1-D56A-C2D2-BA104875F826}"/>
              </a:ext>
            </a:extLst>
          </p:cNvPr>
          <p:cNvCxnSpPr/>
          <p:nvPr/>
        </p:nvCxnSpPr>
        <p:spPr>
          <a:xfrm flipH="1">
            <a:off x="1688925" y="1739890"/>
            <a:ext cx="3111" cy="255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B154A2B8-C91C-0A96-AED8-D3969064179E}"/>
              </a:ext>
            </a:extLst>
          </p:cNvPr>
          <p:cNvSpPr/>
          <p:nvPr/>
        </p:nvSpPr>
        <p:spPr>
          <a:xfrm>
            <a:off x="990881" y="1994926"/>
            <a:ext cx="1405815" cy="708890"/>
          </a:xfrm>
          <a:prstGeom prst="flowChartDecisio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>
                <a:solidFill>
                  <a:schemeClr val="tx1"/>
                </a:solidFill>
              </a:rPr>
              <a:t>Is white line detected?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E3F7AB-0EC6-3780-A86A-7CBBB3411F9C}"/>
              </a:ext>
            </a:extLst>
          </p:cNvPr>
          <p:cNvCxnSpPr/>
          <p:nvPr/>
        </p:nvCxnSpPr>
        <p:spPr>
          <a:xfrm flipH="1">
            <a:off x="1685814" y="2703816"/>
            <a:ext cx="3111" cy="255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4186253-8BE4-7F65-3B9F-A339DDF02E04}"/>
              </a:ext>
            </a:extLst>
          </p:cNvPr>
          <p:cNvCxnSpPr>
            <a:cxnSpLocks/>
          </p:cNvCxnSpPr>
          <p:nvPr/>
        </p:nvCxnSpPr>
        <p:spPr>
          <a:xfrm>
            <a:off x="2396696" y="2349371"/>
            <a:ext cx="3667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18DACE-6921-5945-62DC-531C16760098}"/>
              </a:ext>
            </a:extLst>
          </p:cNvPr>
          <p:cNvCxnSpPr>
            <a:cxnSpLocks/>
          </p:cNvCxnSpPr>
          <p:nvPr/>
        </p:nvCxnSpPr>
        <p:spPr>
          <a:xfrm flipV="1">
            <a:off x="2763424" y="1540837"/>
            <a:ext cx="0" cy="825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6ADB69-1E10-92AB-278C-4E06FB1FB17F}"/>
              </a:ext>
            </a:extLst>
          </p:cNvPr>
          <p:cNvCxnSpPr>
            <a:cxnSpLocks/>
          </p:cNvCxnSpPr>
          <p:nvPr/>
        </p:nvCxnSpPr>
        <p:spPr>
          <a:xfrm flipH="1">
            <a:off x="2194534" y="1540837"/>
            <a:ext cx="5688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2EE7A1C-32C4-34F1-B328-14499675BFD9}"/>
              </a:ext>
            </a:extLst>
          </p:cNvPr>
          <p:cNvSpPr txBox="1"/>
          <p:nvPr/>
        </p:nvSpPr>
        <p:spPr>
          <a:xfrm>
            <a:off x="2320498" y="2144932"/>
            <a:ext cx="316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No</a:t>
            </a:r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19E303-1A27-A063-E203-741575EA2501}"/>
              </a:ext>
            </a:extLst>
          </p:cNvPr>
          <p:cNvSpPr txBox="1"/>
          <p:nvPr/>
        </p:nvSpPr>
        <p:spPr>
          <a:xfrm>
            <a:off x="1776211" y="2608534"/>
            <a:ext cx="4276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Yes</a:t>
            </a:r>
            <a:endParaRPr lang="en-GB"/>
          </a:p>
        </p:txBody>
      </p:sp>
      <p:sp>
        <p:nvSpPr>
          <p:cNvPr id="25" name="Flowchart: Process 24">
            <a:extLst>
              <a:ext uri="{FF2B5EF4-FFF2-40B4-BE49-F238E27FC236}">
                <a16:creationId xmlns:a16="http://schemas.microsoft.com/office/drawing/2014/main" id="{57279CA8-28E0-BEDA-EDE7-ECA978702863}"/>
              </a:ext>
            </a:extLst>
          </p:cNvPr>
          <p:cNvSpPr/>
          <p:nvPr/>
        </p:nvSpPr>
        <p:spPr>
          <a:xfrm>
            <a:off x="1189457" y="2958851"/>
            <a:ext cx="992713" cy="398106"/>
          </a:xfrm>
          <a:prstGeom prst="flowChartProcess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Adjust Car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57E03D7-9007-28C2-C766-A2554A2FC62A}"/>
              </a:ext>
            </a:extLst>
          </p:cNvPr>
          <p:cNvCxnSpPr>
            <a:cxnSpLocks/>
          </p:cNvCxnSpPr>
          <p:nvPr/>
        </p:nvCxnSpPr>
        <p:spPr>
          <a:xfrm flipV="1">
            <a:off x="654710" y="1540837"/>
            <a:ext cx="0" cy="1617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0E56C56-BFB4-364C-9F7F-FB2E46ED6602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654710" y="1540837"/>
            <a:ext cx="5471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6727150-3A5F-2004-5D9E-7148BE645A38}"/>
              </a:ext>
            </a:extLst>
          </p:cNvPr>
          <p:cNvCxnSpPr>
            <a:cxnSpLocks/>
          </p:cNvCxnSpPr>
          <p:nvPr/>
        </p:nvCxnSpPr>
        <p:spPr>
          <a:xfrm flipH="1">
            <a:off x="654710" y="3157904"/>
            <a:ext cx="5347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Flowchart: Predefined Process 38">
            <a:extLst>
              <a:ext uri="{FF2B5EF4-FFF2-40B4-BE49-F238E27FC236}">
                <a16:creationId xmlns:a16="http://schemas.microsoft.com/office/drawing/2014/main" id="{2BBF4A19-CF54-3248-ED56-1646D1ECA60C}"/>
              </a:ext>
            </a:extLst>
          </p:cNvPr>
          <p:cNvSpPr/>
          <p:nvPr/>
        </p:nvSpPr>
        <p:spPr>
          <a:xfrm>
            <a:off x="1189457" y="601321"/>
            <a:ext cx="1063965" cy="485427"/>
          </a:xfrm>
          <a:prstGeom prst="flowChartPredefinedProcess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>
                <a:solidFill>
                  <a:schemeClr val="tx1"/>
                </a:solidFill>
              </a:rPr>
              <a:t>Line Following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102CBBA-B9ED-0ECF-8776-E93A4CB68046}"/>
              </a:ext>
            </a:extLst>
          </p:cNvPr>
          <p:cNvCxnSpPr>
            <a:cxnSpLocks/>
            <a:stCxn id="54" idx="2"/>
          </p:cNvCxnSpPr>
          <p:nvPr/>
        </p:nvCxnSpPr>
        <p:spPr>
          <a:xfrm flipH="1">
            <a:off x="1867093" y="4837388"/>
            <a:ext cx="1" cy="578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Flowchart: Predefined Process 53">
            <a:extLst>
              <a:ext uri="{FF2B5EF4-FFF2-40B4-BE49-F238E27FC236}">
                <a16:creationId xmlns:a16="http://schemas.microsoft.com/office/drawing/2014/main" id="{19C5EF19-8246-17EE-684F-3DCC7F7235F6}"/>
              </a:ext>
            </a:extLst>
          </p:cNvPr>
          <p:cNvSpPr/>
          <p:nvPr/>
        </p:nvSpPr>
        <p:spPr>
          <a:xfrm>
            <a:off x="1297728" y="4351961"/>
            <a:ext cx="1138731" cy="485427"/>
          </a:xfrm>
          <a:prstGeom prst="flowChartPredefinedProcess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>
                <a:solidFill>
                  <a:schemeClr val="tx1"/>
                </a:solidFill>
              </a:rPr>
              <a:t>Accelerate</a:t>
            </a:r>
          </a:p>
        </p:txBody>
      </p:sp>
      <p:sp>
        <p:nvSpPr>
          <p:cNvPr id="56" name="Flowchart: Decision 55">
            <a:extLst>
              <a:ext uri="{FF2B5EF4-FFF2-40B4-BE49-F238E27FC236}">
                <a16:creationId xmlns:a16="http://schemas.microsoft.com/office/drawing/2014/main" id="{151BC800-3F8F-1863-075E-2BF52FEF53A3}"/>
              </a:ext>
            </a:extLst>
          </p:cNvPr>
          <p:cNvSpPr/>
          <p:nvPr/>
        </p:nvSpPr>
        <p:spPr>
          <a:xfrm>
            <a:off x="1164185" y="5415960"/>
            <a:ext cx="1405815" cy="708890"/>
          </a:xfrm>
          <a:prstGeom prst="flowChartDecisio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>
                <a:solidFill>
                  <a:schemeClr val="tx1"/>
                </a:solidFill>
              </a:rPr>
              <a:t>Is car in automatic mode?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48B0F83-734C-9EB9-38DB-126ED54D2585}"/>
              </a:ext>
            </a:extLst>
          </p:cNvPr>
          <p:cNvCxnSpPr>
            <a:cxnSpLocks/>
          </p:cNvCxnSpPr>
          <p:nvPr/>
        </p:nvCxnSpPr>
        <p:spPr>
          <a:xfrm flipH="1">
            <a:off x="1856478" y="6124850"/>
            <a:ext cx="3111" cy="255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8DC519E-456E-812A-1173-B4B20798D532}"/>
              </a:ext>
            </a:extLst>
          </p:cNvPr>
          <p:cNvCxnSpPr>
            <a:cxnSpLocks/>
          </p:cNvCxnSpPr>
          <p:nvPr/>
        </p:nvCxnSpPr>
        <p:spPr>
          <a:xfrm>
            <a:off x="2563561" y="5770405"/>
            <a:ext cx="4007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675BF88-261C-F7EF-673A-8516EAB4516D}"/>
              </a:ext>
            </a:extLst>
          </p:cNvPr>
          <p:cNvSpPr txBox="1"/>
          <p:nvPr/>
        </p:nvSpPr>
        <p:spPr>
          <a:xfrm>
            <a:off x="1949377" y="6082302"/>
            <a:ext cx="4276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Yes</a:t>
            </a:r>
            <a:endParaRPr lang="en-GB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8D927C-E371-BDAF-F24F-4D6D27692ABD}"/>
              </a:ext>
            </a:extLst>
          </p:cNvPr>
          <p:cNvSpPr txBox="1"/>
          <p:nvPr/>
        </p:nvSpPr>
        <p:spPr>
          <a:xfrm>
            <a:off x="2505146" y="5554961"/>
            <a:ext cx="316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No</a:t>
            </a:r>
            <a:endParaRPr lang="en-GB"/>
          </a:p>
        </p:txBody>
      </p:sp>
      <p:sp>
        <p:nvSpPr>
          <p:cNvPr id="66" name="Flowchart: Process 65">
            <a:extLst>
              <a:ext uri="{FF2B5EF4-FFF2-40B4-BE49-F238E27FC236}">
                <a16:creationId xmlns:a16="http://schemas.microsoft.com/office/drawing/2014/main" id="{AB1A4862-488C-0A9D-885B-82760F434889}"/>
              </a:ext>
            </a:extLst>
          </p:cNvPr>
          <p:cNvSpPr/>
          <p:nvPr/>
        </p:nvSpPr>
        <p:spPr>
          <a:xfrm>
            <a:off x="1370735" y="6379886"/>
            <a:ext cx="992713" cy="398106"/>
          </a:xfrm>
          <a:prstGeom prst="flowChartProcess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Accelerate</a:t>
            </a:r>
          </a:p>
        </p:txBody>
      </p:sp>
      <p:sp>
        <p:nvSpPr>
          <p:cNvPr id="67" name="Flowchart: Decision 66">
            <a:extLst>
              <a:ext uri="{FF2B5EF4-FFF2-40B4-BE49-F238E27FC236}">
                <a16:creationId xmlns:a16="http://schemas.microsoft.com/office/drawing/2014/main" id="{BD2B56CE-967B-414B-359E-E2BDEF552472}"/>
              </a:ext>
            </a:extLst>
          </p:cNvPr>
          <p:cNvSpPr/>
          <p:nvPr/>
        </p:nvSpPr>
        <p:spPr>
          <a:xfrm>
            <a:off x="2964325" y="5415960"/>
            <a:ext cx="1405815" cy="708890"/>
          </a:xfrm>
          <a:prstGeom prst="flowChartDecisio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>
                <a:solidFill>
                  <a:schemeClr val="tx1"/>
                </a:solidFill>
              </a:rPr>
              <a:t>Is joystick forward?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693F8D0-C5DB-E8C1-22E7-E794358CD55E}"/>
              </a:ext>
            </a:extLst>
          </p:cNvPr>
          <p:cNvCxnSpPr>
            <a:cxnSpLocks/>
          </p:cNvCxnSpPr>
          <p:nvPr/>
        </p:nvCxnSpPr>
        <p:spPr>
          <a:xfrm>
            <a:off x="4370140" y="5770405"/>
            <a:ext cx="5398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6329711-2358-E161-195E-B65524198819}"/>
              </a:ext>
            </a:extLst>
          </p:cNvPr>
          <p:cNvSpPr txBox="1"/>
          <p:nvPr/>
        </p:nvSpPr>
        <p:spPr>
          <a:xfrm>
            <a:off x="4330083" y="5554961"/>
            <a:ext cx="316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No</a:t>
            </a:r>
            <a:endParaRPr lang="en-GB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1F9E732-9F84-1D2D-CC66-0C8AA4B7B7B4}"/>
              </a:ext>
            </a:extLst>
          </p:cNvPr>
          <p:cNvSpPr txBox="1"/>
          <p:nvPr/>
        </p:nvSpPr>
        <p:spPr>
          <a:xfrm>
            <a:off x="3806416" y="6036924"/>
            <a:ext cx="4276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Yes</a:t>
            </a:r>
            <a:endParaRPr lang="en-GB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4428C05-57F3-C82B-197D-4F68B810EE15}"/>
              </a:ext>
            </a:extLst>
          </p:cNvPr>
          <p:cNvCxnSpPr>
            <a:cxnSpLocks/>
          </p:cNvCxnSpPr>
          <p:nvPr/>
        </p:nvCxnSpPr>
        <p:spPr>
          <a:xfrm flipH="1">
            <a:off x="3667232" y="6124850"/>
            <a:ext cx="3111" cy="255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Flowchart: Process 71">
            <a:extLst>
              <a:ext uri="{FF2B5EF4-FFF2-40B4-BE49-F238E27FC236}">
                <a16:creationId xmlns:a16="http://schemas.microsoft.com/office/drawing/2014/main" id="{6118C871-4509-F926-9533-52758C25A36E}"/>
              </a:ext>
            </a:extLst>
          </p:cNvPr>
          <p:cNvSpPr/>
          <p:nvPr/>
        </p:nvSpPr>
        <p:spPr>
          <a:xfrm>
            <a:off x="3170875" y="6377555"/>
            <a:ext cx="992713" cy="398106"/>
          </a:xfrm>
          <a:prstGeom prst="flowChartProcess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Accelerate based on tilt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4B96172-57DB-6905-0800-9F115018EB72}"/>
              </a:ext>
            </a:extLst>
          </p:cNvPr>
          <p:cNvCxnSpPr>
            <a:cxnSpLocks/>
          </p:cNvCxnSpPr>
          <p:nvPr/>
        </p:nvCxnSpPr>
        <p:spPr>
          <a:xfrm>
            <a:off x="1870202" y="6775661"/>
            <a:ext cx="0" cy="293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91771FD-4873-DB0A-93E2-567EB7A19360}"/>
              </a:ext>
            </a:extLst>
          </p:cNvPr>
          <p:cNvCxnSpPr>
            <a:cxnSpLocks/>
          </p:cNvCxnSpPr>
          <p:nvPr/>
        </p:nvCxnSpPr>
        <p:spPr>
          <a:xfrm>
            <a:off x="1856478" y="7071041"/>
            <a:ext cx="30535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8AB08D6-7B99-F639-7B13-1FF3EC7ED2AE}"/>
              </a:ext>
            </a:extLst>
          </p:cNvPr>
          <p:cNvCxnSpPr>
            <a:cxnSpLocks/>
          </p:cNvCxnSpPr>
          <p:nvPr/>
        </p:nvCxnSpPr>
        <p:spPr>
          <a:xfrm>
            <a:off x="3667231" y="6775661"/>
            <a:ext cx="0" cy="2930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56002FB-D497-DDAD-FE71-37043A472051}"/>
              </a:ext>
            </a:extLst>
          </p:cNvPr>
          <p:cNvCxnSpPr>
            <a:cxnSpLocks/>
          </p:cNvCxnSpPr>
          <p:nvPr/>
        </p:nvCxnSpPr>
        <p:spPr>
          <a:xfrm flipV="1">
            <a:off x="4910020" y="5086966"/>
            <a:ext cx="0" cy="1990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EF7BCB8-1946-8794-C9B1-5FDDA2861412}"/>
              </a:ext>
            </a:extLst>
          </p:cNvPr>
          <p:cNvCxnSpPr>
            <a:cxnSpLocks/>
          </p:cNvCxnSpPr>
          <p:nvPr/>
        </p:nvCxnSpPr>
        <p:spPr>
          <a:xfrm flipH="1">
            <a:off x="1867091" y="5086966"/>
            <a:ext cx="30535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Flowchart: Predefined Process 89">
            <a:extLst>
              <a:ext uri="{FF2B5EF4-FFF2-40B4-BE49-F238E27FC236}">
                <a16:creationId xmlns:a16="http://schemas.microsoft.com/office/drawing/2014/main" id="{F6FA02CA-1413-626C-1EEC-8E688D38C63B}"/>
              </a:ext>
            </a:extLst>
          </p:cNvPr>
          <p:cNvSpPr/>
          <p:nvPr/>
        </p:nvSpPr>
        <p:spPr>
          <a:xfrm>
            <a:off x="4107662" y="659128"/>
            <a:ext cx="1183949" cy="485427"/>
          </a:xfrm>
          <a:prstGeom prst="flowChartPredefinedProcess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>
                <a:solidFill>
                  <a:schemeClr val="tx1"/>
                </a:solidFill>
              </a:rPr>
              <a:t>Emergency Stop 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2224CB4-FDF2-C69C-C468-00096236C5FF}"/>
              </a:ext>
            </a:extLst>
          </p:cNvPr>
          <p:cNvCxnSpPr>
            <a:cxnSpLocks/>
          </p:cNvCxnSpPr>
          <p:nvPr/>
        </p:nvCxnSpPr>
        <p:spPr>
          <a:xfrm>
            <a:off x="4702747" y="1144555"/>
            <a:ext cx="0" cy="629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3" name="Flowchart: Decision 92">
            <a:extLst>
              <a:ext uri="{FF2B5EF4-FFF2-40B4-BE49-F238E27FC236}">
                <a16:creationId xmlns:a16="http://schemas.microsoft.com/office/drawing/2014/main" id="{7A5DDCAB-96A2-FEDF-D414-D59B10C8DFA4}"/>
              </a:ext>
            </a:extLst>
          </p:cNvPr>
          <p:cNvSpPr/>
          <p:nvPr/>
        </p:nvSpPr>
        <p:spPr>
          <a:xfrm>
            <a:off x="3895454" y="1780562"/>
            <a:ext cx="1608363" cy="762964"/>
          </a:xfrm>
          <a:prstGeom prst="flowChartDecisio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>
                <a:solidFill>
                  <a:schemeClr val="tx1"/>
                </a:solidFill>
              </a:rPr>
              <a:t>Is object obstructing?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5F7A76D-E31D-E3B7-47DC-7F2395AE2479}"/>
              </a:ext>
            </a:extLst>
          </p:cNvPr>
          <p:cNvCxnSpPr>
            <a:cxnSpLocks/>
          </p:cNvCxnSpPr>
          <p:nvPr/>
        </p:nvCxnSpPr>
        <p:spPr>
          <a:xfrm>
            <a:off x="5503817" y="2162044"/>
            <a:ext cx="6464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1F6F516-E7B8-066B-158B-CEA782FD1ED8}"/>
              </a:ext>
            </a:extLst>
          </p:cNvPr>
          <p:cNvCxnSpPr>
            <a:cxnSpLocks/>
          </p:cNvCxnSpPr>
          <p:nvPr/>
        </p:nvCxnSpPr>
        <p:spPr>
          <a:xfrm flipV="1">
            <a:off x="6123976" y="1452794"/>
            <a:ext cx="0" cy="697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442C322-5876-72EE-7205-AAFB204AB16E}"/>
              </a:ext>
            </a:extLst>
          </p:cNvPr>
          <p:cNvCxnSpPr>
            <a:cxnSpLocks/>
          </p:cNvCxnSpPr>
          <p:nvPr/>
        </p:nvCxnSpPr>
        <p:spPr>
          <a:xfrm flipH="1">
            <a:off x="4699635" y="1452794"/>
            <a:ext cx="14243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F19B66C-6873-7F1D-0467-351894147E87}"/>
              </a:ext>
            </a:extLst>
          </p:cNvPr>
          <p:cNvSpPr txBox="1"/>
          <p:nvPr/>
        </p:nvSpPr>
        <p:spPr>
          <a:xfrm>
            <a:off x="4996942" y="2385472"/>
            <a:ext cx="4276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Yes</a:t>
            </a:r>
            <a:endParaRPr lang="en-GB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B6B58FE-41FE-D9ED-BC1B-0CF753FE7463}"/>
              </a:ext>
            </a:extLst>
          </p:cNvPr>
          <p:cNvSpPr txBox="1"/>
          <p:nvPr/>
        </p:nvSpPr>
        <p:spPr>
          <a:xfrm>
            <a:off x="5351581" y="1890439"/>
            <a:ext cx="316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No</a:t>
            </a:r>
            <a:endParaRPr lang="en-GB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0E2D5AF-411D-0D7B-AEE2-8FB52A43E60B}"/>
              </a:ext>
            </a:extLst>
          </p:cNvPr>
          <p:cNvCxnSpPr>
            <a:cxnSpLocks/>
          </p:cNvCxnSpPr>
          <p:nvPr/>
        </p:nvCxnSpPr>
        <p:spPr>
          <a:xfrm>
            <a:off x="4699635" y="2537176"/>
            <a:ext cx="3112" cy="2868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Flowchart: Terminator 110">
            <a:extLst>
              <a:ext uri="{FF2B5EF4-FFF2-40B4-BE49-F238E27FC236}">
                <a16:creationId xmlns:a16="http://schemas.microsoft.com/office/drawing/2014/main" id="{23896226-18B6-5F85-DFB2-9FF969C45B9A}"/>
              </a:ext>
            </a:extLst>
          </p:cNvPr>
          <p:cNvSpPr/>
          <p:nvPr/>
        </p:nvSpPr>
        <p:spPr>
          <a:xfrm>
            <a:off x="4199287" y="3513373"/>
            <a:ext cx="1000695" cy="415396"/>
          </a:xfrm>
          <a:prstGeom prst="flowChartTerminator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chemeClr val="tx1"/>
                </a:solidFill>
              </a:rPr>
              <a:t>Stop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112" name="Flowchart: Predefined Process 111">
            <a:extLst>
              <a:ext uri="{FF2B5EF4-FFF2-40B4-BE49-F238E27FC236}">
                <a16:creationId xmlns:a16="http://schemas.microsoft.com/office/drawing/2014/main" id="{A7B206DB-DBD9-1B39-0E87-BC4F3A58B945}"/>
              </a:ext>
            </a:extLst>
          </p:cNvPr>
          <p:cNvSpPr/>
          <p:nvPr/>
        </p:nvSpPr>
        <p:spPr>
          <a:xfrm>
            <a:off x="1206845" y="7883918"/>
            <a:ext cx="1138731" cy="485427"/>
          </a:xfrm>
          <a:prstGeom prst="flowChartPredefinedProcess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>
                <a:solidFill>
                  <a:schemeClr val="tx1"/>
                </a:solidFill>
              </a:rPr>
              <a:t>Operating Mode</a:t>
            </a:r>
          </a:p>
        </p:txBody>
      </p:sp>
      <p:sp>
        <p:nvSpPr>
          <p:cNvPr id="113" name="Flowchart: Process 112">
            <a:extLst>
              <a:ext uri="{FF2B5EF4-FFF2-40B4-BE49-F238E27FC236}">
                <a16:creationId xmlns:a16="http://schemas.microsoft.com/office/drawing/2014/main" id="{DBD370BE-B653-4BEE-53D5-C8EBBE4C0E03}"/>
              </a:ext>
            </a:extLst>
          </p:cNvPr>
          <p:cNvSpPr/>
          <p:nvPr/>
        </p:nvSpPr>
        <p:spPr>
          <a:xfrm>
            <a:off x="1275244" y="8686564"/>
            <a:ext cx="992713" cy="398106"/>
          </a:xfrm>
          <a:prstGeom prst="flowChartProcess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Read Switch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EE17E308-14A6-7771-702B-BC0A9E3E1923}"/>
              </a:ext>
            </a:extLst>
          </p:cNvPr>
          <p:cNvCxnSpPr>
            <a:cxnSpLocks/>
          </p:cNvCxnSpPr>
          <p:nvPr/>
        </p:nvCxnSpPr>
        <p:spPr>
          <a:xfrm>
            <a:off x="1771600" y="8369345"/>
            <a:ext cx="0" cy="317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Flowchart: Decision 115">
            <a:extLst>
              <a:ext uri="{FF2B5EF4-FFF2-40B4-BE49-F238E27FC236}">
                <a16:creationId xmlns:a16="http://schemas.microsoft.com/office/drawing/2014/main" id="{191D006C-ECFF-4D0D-D604-00B0D1CDCFB2}"/>
              </a:ext>
            </a:extLst>
          </p:cNvPr>
          <p:cNvSpPr/>
          <p:nvPr/>
        </p:nvSpPr>
        <p:spPr>
          <a:xfrm>
            <a:off x="1068692" y="9343833"/>
            <a:ext cx="1405815" cy="708890"/>
          </a:xfrm>
          <a:prstGeom prst="flowChartDecision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>
                <a:solidFill>
                  <a:schemeClr val="tx1"/>
                </a:solidFill>
              </a:rPr>
              <a:t>Is switch high?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5DD9C27E-3A8A-073A-87E8-5DB35EF4FDDE}"/>
              </a:ext>
            </a:extLst>
          </p:cNvPr>
          <p:cNvCxnSpPr>
            <a:cxnSpLocks/>
            <a:stCxn id="113" idx="2"/>
            <a:endCxn id="116" idx="0"/>
          </p:cNvCxnSpPr>
          <p:nvPr/>
        </p:nvCxnSpPr>
        <p:spPr>
          <a:xfrm flipH="1">
            <a:off x="1771600" y="9084670"/>
            <a:ext cx="1" cy="259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49D0295B-994C-3C97-2D7D-7C1AF30F4766}"/>
              </a:ext>
            </a:extLst>
          </p:cNvPr>
          <p:cNvCxnSpPr>
            <a:cxnSpLocks/>
          </p:cNvCxnSpPr>
          <p:nvPr/>
        </p:nvCxnSpPr>
        <p:spPr>
          <a:xfrm>
            <a:off x="2470719" y="9698278"/>
            <a:ext cx="3996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Flowchart: Process 124">
            <a:extLst>
              <a:ext uri="{FF2B5EF4-FFF2-40B4-BE49-F238E27FC236}">
                <a16:creationId xmlns:a16="http://schemas.microsoft.com/office/drawing/2014/main" id="{D0CC9265-DA35-EB56-A63B-83AEA96DEFFD}"/>
              </a:ext>
            </a:extLst>
          </p:cNvPr>
          <p:cNvSpPr/>
          <p:nvPr/>
        </p:nvSpPr>
        <p:spPr>
          <a:xfrm>
            <a:off x="2870385" y="9499225"/>
            <a:ext cx="992713" cy="398106"/>
          </a:xfrm>
          <a:prstGeom prst="flowChartProcess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Automatic Operation</a:t>
            </a:r>
          </a:p>
        </p:txBody>
      </p:sp>
      <p:sp>
        <p:nvSpPr>
          <p:cNvPr id="126" name="Flowchart: Process 125">
            <a:extLst>
              <a:ext uri="{FF2B5EF4-FFF2-40B4-BE49-F238E27FC236}">
                <a16:creationId xmlns:a16="http://schemas.microsoft.com/office/drawing/2014/main" id="{860D062A-4D9B-EE5C-294C-C119B8943899}"/>
              </a:ext>
            </a:extLst>
          </p:cNvPr>
          <p:cNvSpPr/>
          <p:nvPr/>
        </p:nvSpPr>
        <p:spPr>
          <a:xfrm>
            <a:off x="1275244" y="10434681"/>
            <a:ext cx="992713" cy="398106"/>
          </a:xfrm>
          <a:prstGeom prst="flowChartProcess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Manual Operation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0388F2B-C5FD-1590-3434-B419BCD55E3D}"/>
              </a:ext>
            </a:extLst>
          </p:cNvPr>
          <p:cNvCxnSpPr>
            <a:cxnSpLocks/>
          </p:cNvCxnSpPr>
          <p:nvPr/>
        </p:nvCxnSpPr>
        <p:spPr>
          <a:xfrm>
            <a:off x="1771599" y="10038331"/>
            <a:ext cx="0" cy="396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3CEDCC2E-10DF-0589-0438-B35F31D3EF1F}"/>
              </a:ext>
            </a:extLst>
          </p:cNvPr>
          <p:cNvCxnSpPr>
            <a:cxnSpLocks/>
          </p:cNvCxnSpPr>
          <p:nvPr/>
        </p:nvCxnSpPr>
        <p:spPr>
          <a:xfrm>
            <a:off x="2279725" y="10633734"/>
            <a:ext cx="20521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5E40F38E-BD28-493B-496C-32455ACD338A}"/>
              </a:ext>
            </a:extLst>
          </p:cNvPr>
          <p:cNvCxnSpPr>
            <a:cxnSpLocks/>
          </p:cNvCxnSpPr>
          <p:nvPr/>
        </p:nvCxnSpPr>
        <p:spPr>
          <a:xfrm flipV="1">
            <a:off x="4325106" y="8885617"/>
            <a:ext cx="0" cy="1748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E33B5BA4-9B5F-C3FA-26DD-1048CE35F5AB}"/>
              </a:ext>
            </a:extLst>
          </p:cNvPr>
          <p:cNvCxnSpPr>
            <a:cxnSpLocks/>
          </p:cNvCxnSpPr>
          <p:nvPr/>
        </p:nvCxnSpPr>
        <p:spPr>
          <a:xfrm>
            <a:off x="3863098" y="9698278"/>
            <a:ext cx="4620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A6CAC3F8-B259-8200-089A-021447210CE5}"/>
              </a:ext>
            </a:extLst>
          </p:cNvPr>
          <p:cNvCxnSpPr>
            <a:cxnSpLocks/>
          </p:cNvCxnSpPr>
          <p:nvPr/>
        </p:nvCxnSpPr>
        <p:spPr>
          <a:xfrm flipH="1">
            <a:off x="2266277" y="8885617"/>
            <a:ext cx="20629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C2BDF9B8-0F90-78BE-40F0-059E3B6BD977}"/>
              </a:ext>
            </a:extLst>
          </p:cNvPr>
          <p:cNvSpPr txBox="1"/>
          <p:nvPr/>
        </p:nvSpPr>
        <p:spPr>
          <a:xfrm>
            <a:off x="2318077" y="9423801"/>
            <a:ext cx="3169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No</a:t>
            </a:r>
            <a:endParaRPr lang="en-GB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888D875-01EC-6599-383D-453339C2B4C5}"/>
              </a:ext>
            </a:extLst>
          </p:cNvPr>
          <p:cNvSpPr txBox="1"/>
          <p:nvPr/>
        </p:nvSpPr>
        <p:spPr>
          <a:xfrm>
            <a:off x="1835081" y="10009739"/>
            <a:ext cx="4276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Yes</a:t>
            </a:r>
            <a:endParaRPr lang="en-GB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64DF791-D113-579B-BB09-F62305E6238D}"/>
              </a:ext>
            </a:extLst>
          </p:cNvPr>
          <p:cNvSpPr txBox="1"/>
          <p:nvPr/>
        </p:nvSpPr>
        <p:spPr>
          <a:xfrm>
            <a:off x="4996942" y="73719"/>
            <a:ext cx="164332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/>
              <a:t>* Interrupt needed for this for maximum safety.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2A949221-1F9A-6219-1840-8CCBD2C83169}"/>
              </a:ext>
            </a:extLst>
          </p:cNvPr>
          <p:cNvCxnSpPr>
            <a:cxnSpLocks/>
          </p:cNvCxnSpPr>
          <p:nvPr/>
        </p:nvCxnSpPr>
        <p:spPr>
          <a:xfrm>
            <a:off x="4701191" y="3205738"/>
            <a:ext cx="0" cy="299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384D7609-CE3F-3B19-480D-B380396BFBFD}"/>
              </a:ext>
            </a:extLst>
          </p:cNvPr>
          <p:cNvSpPr/>
          <p:nvPr/>
        </p:nvSpPr>
        <p:spPr>
          <a:xfrm>
            <a:off x="4087114" y="2840369"/>
            <a:ext cx="1199310" cy="398106"/>
          </a:xfrm>
          <a:prstGeom prst="flowChartProcess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Beep depending on closeness</a:t>
            </a:r>
          </a:p>
        </p:txBody>
      </p:sp>
    </p:spTree>
    <p:extLst>
      <p:ext uri="{BB962C8B-B14F-4D97-AF65-F5344CB8AC3E}">
        <p14:creationId xmlns:p14="http://schemas.microsoft.com/office/powerpoint/2010/main" val="38850389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0ca666f9-232b-4a39-a594-7fb84a48fa7e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Pritchard (Student)</dc:creator>
  <cp:revision>1</cp:revision>
  <dcterms:created xsi:type="dcterms:W3CDTF">2025-11-19T10:15:33Z</dcterms:created>
  <dcterms:modified xsi:type="dcterms:W3CDTF">2025-11-26T11:19:18Z</dcterms:modified>
</cp:coreProperties>
</file>